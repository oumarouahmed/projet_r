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2" Type="http://schemas.openxmlformats.org/officeDocument/2006/relationships/viewProps" Target="viewProps.xml" /><Relationship Id="rId11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14" Type="http://schemas.openxmlformats.org/officeDocument/2006/relationships/tableStyles" Target="tableStyles.xml" /><Relationship Id="rId13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Transport ST Sahel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br/>
            <a:br/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Contexte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Analyse descriptive de l’offre de transport ST Sahel</a:t>
            </a:r>
          </a:p>
          <a:p>
            <a:pPr lvl="0"/>
            <a:r>
              <a:rPr/>
              <a:t>Donnees GTFS: routes, stops, trips, stop-times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Objectifs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Quantifier l’offre (lignes, arrets, trajets)</a:t>
            </a:r>
          </a:p>
          <a:p>
            <a:pPr lvl="0"/>
            <a:r>
              <a:rPr/>
              <a:t>Decrire la repartition par ligne</a:t>
            </a:r>
          </a:p>
          <a:p>
            <a:pPr lvl="0"/>
            <a:r>
              <a:rPr/>
              <a:t>Identifier les heures de pointe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Methodologie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Lecture des fichiers GTFS (UTF-16)</a:t>
            </a:r>
          </a:p>
          <a:p>
            <a:pPr lvl="0"/>
            <a:r>
              <a:rPr/>
              <a:t>Nettoyage des heures (HH:MM)</a:t>
            </a:r>
          </a:p>
          <a:p>
            <a:pPr lvl="0"/>
            <a:r>
              <a:rPr/>
              <a:t>Agregations par ligne et par heure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Resultats cles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Nombre total de lignes, arrets, trajets</a:t>
            </a:r>
          </a:p>
          <a:p>
            <a:pPr lvl="0"/>
            <a:r>
              <a:rPr/>
              <a:t>Amplitude horaire du service</a:t>
            </a:r>
          </a:p>
          <a:p>
            <a:pPr lvl="0"/>
            <a:r>
              <a:rPr/>
              <a:t>Concentration des trajets sur le top 10 lignes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Visualisations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Histogrammes (arrets, trajets)</a:t>
            </a:r>
          </a:p>
          <a:p>
            <a:pPr lvl="0"/>
            <a:r>
              <a:rPr/>
              <a:t>Boxplot des trajets par ligne</a:t>
            </a:r>
          </a:p>
          <a:p>
            <a:pPr lvl="0"/>
            <a:r>
              <a:rPr/>
              <a:t>Repartition horaire des departs</a:t>
            </a:r>
          </a:p>
          <a:p>
            <a:pPr lvl="0"/>
            <a:r>
              <a:rPr/>
              <a:t>Top 10 lignes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Interpretation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Offre concentree sur un petit nombre de lignes</a:t>
            </a:r>
          </a:p>
          <a:p>
            <a:pPr lvl="0"/>
            <a:r>
              <a:rPr/>
              <a:t>Forte heterogeneite entre lignes</a:t>
            </a:r>
          </a:p>
          <a:p>
            <a:pPr lvl="0"/>
            <a:r>
              <a:rPr/>
              <a:t>Pics matin/soir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Recommandations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Renforcer l’offre sur les lignes les plus sollicitees</a:t>
            </a:r>
          </a:p>
          <a:p>
            <a:pPr lvl="0"/>
            <a:r>
              <a:rPr/>
              <a:t>Ajuster la frequence en heures de pointe</a:t>
            </a:r>
          </a:p>
          <a:p>
            <a:pPr lvl="0"/>
            <a:r>
              <a:rPr/>
              <a:t>Ameliorer la qualite des donnees horaires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Merci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Questions ?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Transport ST Sahel</dc:title>
  <dc:creator/>
  <cp:keywords/>
  <dcterms:created xsi:type="dcterms:W3CDTF">2026-01-04T15:23:02Z</dcterms:created>
  <dcterms:modified xsi:type="dcterms:W3CDTF">2026-01-04T15:23:02Z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biblio-config">
    <vt:lpwstr>True</vt:lpwstr>
  </property>
  <property fmtid="{D5CDD505-2E9C-101B-9397-08002B2CF9AE}" pid="3" name="bibliography">
    <vt:lpwstr/>
  </property>
  <property fmtid="{D5CDD505-2E9C-101B-9397-08002B2CF9AE}" pid="4" name="csl">
    <vt:lpwstr>../apa.csl</vt:lpwstr>
  </property>
  <property fmtid="{D5CDD505-2E9C-101B-9397-08002B2CF9AE}" pid="5" name="header-includes">
    <vt:lpwstr/>
  </property>
  <property fmtid="{D5CDD505-2E9C-101B-9397-08002B2CF9AE}" pid="6" name="include-after">
    <vt:lpwstr/>
  </property>
  <property fmtid="{D5CDD505-2E9C-101B-9397-08002B2CF9AE}" pid="7" name="include-before">
    <vt:lpwstr/>
  </property>
  <property fmtid="{D5CDD505-2E9C-101B-9397-08002B2CF9AE}" pid="8" name="kernel">
    <vt:lpwstr/>
  </property>
  <property fmtid="{D5CDD505-2E9C-101B-9397-08002B2CF9AE}" pid="9" name="labels">
    <vt:lpwstr/>
  </property>
  <property fmtid="{D5CDD505-2E9C-101B-9397-08002B2CF9AE}" pid="10" name="toc-title">
    <vt:lpwstr>Table of contents</vt:lpwstr>
  </property>
  <property fmtid="{D5CDD505-2E9C-101B-9397-08002B2CF9AE}" pid="11" name="webr">
    <vt:lpwstr/>
  </property>
</Properties>
</file>