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Transport ST Sahel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Analyse descriptive de l’offre de transport ST Sahel</a:t>
            </a:r>
          </a:p>
          <a:p>
            <a:pPr lvl="0"/>
            <a:r>
              <a:rPr/>
              <a:t>Donnees GTFS: routes, stops, trips, stop-times</a:t>
            </a:r>
          </a:p>
          <a:p>
            <a:pPr lvl="0"/>
            <a:r>
              <a:rPr/>
              <a:t>Objectif: decrire l’offre et les horaires de service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Comment se repartit l’offre entre les lignes ?</a:t>
            </a:r>
          </a:p>
          <a:p>
            <a:pPr lvl="0"/>
            <a:r>
              <a:rPr/>
              <a:t>Quelles sont les lignes dominantes ?</a:t>
            </a:r>
          </a:p>
          <a:p>
            <a:pPr lvl="0"/>
            <a:r>
              <a:rPr/>
              <a:t>Quelles sont les heures de pointe 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Lecture GTFS (UTF-16)</a:t>
            </a:r>
          </a:p>
          <a:p>
            <a:pPr lvl="0"/>
            <a:r>
              <a:rPr/>
              <a:t>Nettoyage des heures (HH:MM)</a:t>
            </a:r>
          </a:p>
          <a:p>
            <a:pPr lvl="0"/>
            <a:r>
              <a:rPr/>
              <a:t>Indicateurs: lignes, arrets, trajets, amplitude</a:t>
            </a:r>
          </a:p>
          <a:p>
            <a:pPr lvl="0"/>
            <a:r>
              <a:rPr/>
              <a:t>Agregations par ligne et par heure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Indicateurs globaux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Nombre total de lignes</a:t>
            </a:r>
          </a:p>
          <a:p>
            <a:pPr lvl="0"/>
            <a:r>
              <a:rPr/>
              <a:t>Nombre total d’arrets</a:t>
            </a:r>
          </a:p>
          <a:p>
            <a:pPr lvl="0"/>
            <a:r>
              <a:rPr/>
              <a:t>Nombre total de trajets</a:t>
            </a:r>
          </a:p>
          <a:p>
            <a:pPr lvl="0"/>
            <a:r>
              <a:rPr/>
              <a:t>Amplitude horaire du service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Repartition par ligne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Top 10 lignes par nombre de trajets</a:t>
            </a:r>
          </a:p>
          <a:p>
            <a:pPr lvl="0"/>
            <a:r>
              <a:rPr/>
              <a:t>Part des trajets par ligne</a:t>
            </a:r>
          </a:p>
          <a:p>
            <a:pPr lvl="0"/>
            <a:r>
              <a:rPr/>
              <a:t>Frequence moyenne par heure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Heures de pointe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Analyse matin (06-09)</a:t>
            </a:r>
          </a:p>
          <a:p>
            <a:pPr lvl="0"/>
            <a:r>
              <a:rPr/>
              <a:t>Analyse soir (16-19)</a:t>
            </a:r>
          </a:p>
          <a:p>
            <a:pPr lvl="0"/>
            <a:r>
              <a:rPr/>
              <a:t>Heure la plus chargee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Histogrammes (arrets, trajets)</a:t>
            </a:r>
          </a:p>
          <a:p>
            <a:pPr lvl="0"/>
            <a:r>
              <a:rPr/>
              <a:t>Boxplot des trajets par ligne</a:t>
            </a:r>
          </a:p>
          <a:p>
            <a:pPr lvl="0"/>
            <a:r>
              <a:rPr/>
              <a:t>Repartition horaire des departs</a:t>
            </a:r>
          </a:p>
          <a:p>
            <a:pPr lvl="0"/>
            <a:r>
              <a:rPr/>
              <a:t>Top 10 lignes (trajets et part)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Offre concentree sur peu de lignes</a:t>
            </a:r>
          </a:p>
          <a:p>
            <a:pPr lvl="0"/>
            <a:r>
              <a:rPr/>
              <a:t>Forte heterogeneite entre lignes</a:t>
            </a:r>
          </a:p>
          <a:p>
            <a:pPr lvl="0"/>
            <a:r>
              <a:rPr/>
              <a:t>Pics horaires clairs matin/soir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Renforcer les lignes les plus sollicitees</a:t>
            </a:r>
          </a:p>
          <a:p>
            <a:pPr lvl="0"/>
            <a:r>
              <a:rPr/>
              <a:t>Ajuster la frequence aux heures de pointe</a:t>
            </a:r>
          </a:p>
          <a:p>
            <a:pPr lvl="0"/>
            <a:r>
              <a:rPr/>
              <a:t>Ameliorer la qualite des donnees horaires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Objectifs atteints</a:t>
            </a:r>
          </a:p>
          <a:p>
            <a:pPr lvl="0"/>
            <a:r>
              <a:rPr/>
              <a:t>Analyse exploitable pour decision transport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ST Sahel</dc:title>
  <dc:creator/>
  <cp:keywords/>
  <dcterms:created xsi:type="dcterms:W3CDTF">2026-01-04T15:30:08Z</dcterms:created>
  <dcterms:modified xsi:type="dcterms:W3CDTF">2026-01-04T15:30:08Z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/>
  </property>
  <property fmtid="{D5CDD505-2E9C-101B-9397-08002B2CF9AE}" pid="4" name="csl">
    <vt:lpwstr>../apa.csl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kernel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  <property fmtid="{D5CDD505-2E9C-101B-9397-08002B2CF9AE}" pid="11" name="webr">
    <vt:lpwstr/>
  </property>
</Properties>
</file>